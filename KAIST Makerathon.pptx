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6A38D-98B9-42A6-BD7D-285CEF0F4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57CC33-8F7E-4B05-98E7-47EE01E5B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3BE988-601F-4652-97E5-E9E6FD83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5353F1-31F6-45A4-8A68-6EB64F0E1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916FB-0A83-416D-9491-3321F322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7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40EFD4-DA9E-4C8D-BB64-27948B453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7E4D68-2ECF-4FBF-A59E-236BCC335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E2B541-DED5-43A6-B55A-D5B6FE2D6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B15345-6A59-4CD1-B1EB-8F8D0ABB4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2FB54-670E-4919-B560-BA6A9F45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0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4F49-5059-4110-AA1A-AC65E77D7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A300D0-BF8B-46AF-BF59-1331EDB5F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69F522-EA0A-4E3F-A210-15B96A5F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C27E2E-839E-4EA7-B501-908ABADB7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823CA6-4CBE-4F9E-9C7B-0C842916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21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AE199-1F4A-4BB3-AFF6-3C0C4216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10E1F4-6D71-4B3C-861F-DD4411F84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C81D25-2CE6-4D05-88A7-2ECF90C76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84E2D-56B1-49AD-AFB4-0D022B7D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BEBD76-54B0-410B-B95A-4C616EE6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602DC0-1430-4798-BC4E-57AF6A59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94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DD8ED7-8977-4354-AD87-1C0BFE33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F482F-CF1C-416C-9E91-685779BDB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08B033-64BC-4EF8-BB3A-73E26E323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437410-BC69-4A7A-A210-E7D72B4452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30E714-51F1-4C21-A415-C1E2A2D376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F636BD-16D2-422F-ABB1-C0F2FC90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D9D05C-86B2-4EFA-AA56-EA6E68FF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4C2EDE-42A8-4A7E-9805-6A51437E7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4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CEC62-6B13-4BD5-8833-570F1B21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B3F1F0-6F0E-4670-A06D-CD3EA6790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B69DE2-29BB-4605-B8F2-34BD414F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8C5305-E381-4650-B32F-55106313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8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A01018-6AD6-4552-988E-FAD9FE1E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40FC83-4020-499C-8E82-B9F1A44F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194242-6AF9-42EA-99A6-3BB3AB93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3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F37AF-E2C9-4C05-8A73-80A70FFF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D3A9E1-43EB-4FE8-B51B-3533F871F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6576C4-3CA2-4661-8D5A-F5557B6A3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BAF116-B012-4DDB-8B43-B723F1BF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8159AA-60F1-4F82-93BD-52973C29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50D260-093D-4B27-8E73-6B76E9C9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94D09-BFAD-43FE-A071-5E6F1B0B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77CE95-34F4-4C7B-82F7-221C043D4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1AADEC-D937-4591-BEEB-059011CD2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2845A2-C90F-4D0F-B566-CD137583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DBFA67-8B12-4830-8F28-5A3EB0EC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71B2A8-3826-40EE-9B63-2BA6F3E5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12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DA961-1D18-4AEF-BDB4-B1A7CA02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4C4414-7EC7-4D48-B9F3-8968C1FFF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2008C5-B93E-4C82-BF6F-7578B6B1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33E68-1E55-4E57-98A9-8A81DBDC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8F208E-CE63-46B3-9F51-CBF473F6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3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507357B-669B-4E3F-8518-D8C357BF4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7A86BA-6E8C-4453-85D7-FC0D1E5D5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E99D29-FF87-431F-BDD8-838A1DF76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DEF8E-26FC-48A8-8410-E950A677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27A398-784E-4C92-A7F6-9F3868F2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8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180465-47BE-42DF-B6A5-0748800C7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52C561-63B1-453E-91A0-EC6378716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7752AA-B14C-44AC-879D-DE1261E69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A3E28-7232-4939-91E5-7F2C22140D21}" type="datetimeFigureOut">
              <a:rPr lang="en-US" smtClean="0"/>
              <a:t>7/7/2024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F173E1-9170-4422-AD11-FFF463336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450B8-DF76-456B-8801-7C761CA0F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2AF25-D8C4-429E-AC55-EBA495ADD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5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1B52CC1B-456E-46BB-BD32-734D5F5F45F9}"/>
              </a:ext>
            </a:extLst>
          </p:cNvPr>
          <p:cNvGrpSpPr/>
          <p:nvPr/>
        </p:nvGrpSpPr>
        <p:grpSpPr>
          <a:xfrm>
            <a:off x="6470698" y="718592"/>
            <a:ext cx="2379132" cy="3407832"/>
            <a:chOff x="7001934" y="715434"/>
            <a:chExt cx="3877733" cy="574463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9D08834-D335-4037-B101-3045B2EA5D4B}"/>
                </a:ext>
              </a:extLst>
            </p:cNvPr>
            <p:cNvSpPr/>
            <p:nvPr/>
          </p:nvSpPr>
          <p:spPr>
            <a:xfrm>
              <a:off x="7001934" y="715434"/>
              <a:ext cx="3877733" cy="574463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D64E355-ACDE-49FB-AA16-7032055D57EE}"/>
                </a:ext>
              </a:extLst>
            </p:cNvPr>
            <p:cNvSpPr/>
            <p:nvPr/>
          </p:nvSpPr>
          <p:spPr>
            <a:xfrm>
              <a:off x="7179734" y="1043619"/>
              <a:ext cx="3479799" cy="90121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ADB8351-36C4-4384-B5F9-C7D931B3E5F0}"/>
                </a:ext>
              </a:extLst>
            </p:cNvPr>
            <p:cNvSpPr/>
            <p:nvPr/>
          </p:nvSpPr>
          <p:spPr>
            <a:xfrm>
              <a:off x="7397815" y="3090333"/>
              <a:ext cx="3085970" cy="29802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2AD208C-BB9B-41A8-AFC8-ADE9F206FDAB}"/>
                </a:ext>
              </a:extLst>
            </p:cNvPr>
            <p:cNvSpPr/>
            <p:nvPr/>
          </p:nvSpPr>
          <p:spPr>
            <a:xfrm>
              <a:off x="7247467" y="2264551"/>
              <a:ext cx="778933" cy="6532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B9D4163-7DB9-4322-B03A-111EC051A406}"/>
                </a:ext>
              </a:extLst>
            </p:cNvPr>
            <p:cNvSpPr/>
            <p:nvPr/>
          </p:nvSpPr>
          <p:spPr>
            <a:xfrm>
              <a:off x="8140700" y="2273017"/>
              <a:ext cx="778933" cy="6532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0606F10-FDE8-4CC0-BBE5-6F01B1312446}"/>
                </a:ext>
              </a:extLst>
            </p:cNvPr>
            <p:cNvSpPr/>
            <p:nvPr/>
          </p:nvSpPr>
          <p:spPr>
            <a:xfrm>
              <a:off x="9033933" y="2264551"/>
              <a:ext cx="778933" cy="6532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OK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FE72C5A-16A6-4AC7-9B7E-F1D8E7B1ED7C}"/>
                </a:ext>
              </a:extLst>
            </p:cNvPr>
            <p:cNvSpPr/>
            <p:nvPr/>
          </p:nvSpPr>
          <p:spPr>
            <a:xfrm>
              <a:off x="9927166" y="2264551"/>
              <a:ext cx="778933" cy="65324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MODE</a:t>
              </a:r>
            </a:p>
          </p:txBody>
        </p: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824A564C-CF61-437B-A6B3-FE863CA8193E}"/>
                </a:ext>
              </a:extLst>
            </p:cNvPr>
            <p:cNvSpPr/>
            <p:nvPr/>
          </p:nvSpPr>
          <p:spPr>
            <a:xfrm>
              <a:off x="7445407" y="2446865"/>
              <a:ext cx="383052" cy="30480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  <p:sp>
          <p:nvSpPr>
            <p:cNvPr id="13" name="이등변 삼각형 12">
              <a:extLst>
                <a:ext uri="{FF2B5EF4-FFF2-40B4-BE49-F238E27FC236}">
                  <a16:creationId xmlns:a16="http://schemas.microsoft.com/office/drawing/2014/main" id="{6964CEC6-5E69-4F11-97FA-7E97FBA78BA4}"/>
                </a:ext>
              </a:extLst>
            </p:cNvPr>
            <p:cNvSpPr/>
            <p:nvPr/>
          </p:nvSpPr>
          <p:spPr>
            <a:xfrm rot="10800000">
              <a:off x="8338640" y="2478951"/>
              <a:ext cx="383052" cy="30480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05E3634-1B37-48A2-9E36-722F3B2D124D}"/>
              </a:ext>
            </a:extLst>
          </p:cNvPr>
          <p:cNvSpPr txBox="1"/>
          <p:nvPr/>
        </p:nvSpPr>
        <p:spPr>
          <a:xfrm>
            <a:off x="6310097" y="194159"/>
            <a:ext cx="1208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RESET</a:t>
            </a:r>
            <a:r>
              <a:rPr lang="ko-KR" altLang="en-US" dirty="0"/>
              <a:t>기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048789-6771-4786-9909-8A6B7248EEEB}"/>
              </a:ext>
            </a:extLst>
          </p:cNvPr>
          <p:cNvSpPr txBox="1"/>
          <p:nvPr/>
        </p:nvSpPr>
        <p:spPr>
          <a:xfrm>
            <a:off x="203200" y="194159"/>
            <a:ext cx="4584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제품명</a:t>
            </a:r>
            <a:r>
              <a:rPr lang="en-US" altLang="ko-KR" sz="3200" b="1" dirty="0"/>
              <a:t>: </a:t>
            </a:r>
            <a:r>
              <a:rPr lang="ko-KR" altLang="en-US" sz="3200" b="1" dirty="0"/>
              <a:t>유통기한 타이머</a:t>
            </a:r>
            <a:endParaRPr lang="en-US" sz="3200" b="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E663FC3-DCDB-43E9-91A4-63FE9CA56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4" y="1199337"/>
            <a:ext cx="5089880" cy="3306801"/>
          </a:xfrm>
          <a:prstGeom prst="rect">
            <a:avLst/>
          </a:prstGeom>
        </p:spPr>
      </p:pic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84CBB220-57D1-4622-AE1F-255A0FCDA70A}"/>
              </a:ext>
            </a:extLst>
          </p:cNvPr>
          <p:cNvCxnSpPr>
            <a:stCxn id="18" idx="3"/>
            <a:endCxn id="4" idx="1"/>
          </p:cNvCxnSpPr>
          <p:nvPr/>
        </p:nvCxnSpPr>
        <p:spPr>
          <a:xfrm flipV="1">
            <a:off x="5594304" y="2422508"/>
            <a:ext cx="876394" cy="430230"/>
          </a:xfrm>
          <a:prstGeom prst="curvedConnector3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F4DD5FA-56BA-4AC9-AF40-0DD928381D65}"/>
              </a:ext>
            </a:extLst>
          </p:cNvPr>
          <p:cNvSpPr txBox="1"/>
          <p:nvPr/>
        </p:nvSpPr>
        <p:spPr>
          <a:xfrm>
            <a:off x="3842510" y="1764746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</a:t>
            </a:r>
            <a:r>
              <a:rPr lang="ko-KR" altLang="en-US" dirty="0"/>
              <a:t>노트북</a:t>
            </a:r>
            <a:endParaRPr 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5694829-7417-4EB5-937F-E86750683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234" y="4640975"/>
            <a:ext cx="2693566" cy="210238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DC9E2AA-431A-4E83-8E5A-DBCEE5EE4E27}"/>
              </a:ext>
            </a:extLst>
          </p:cNvPr>
          <p:cNvSpPr txBox="1"/>
          <p:nvPr/>
        </p:nvSpPr>
        <p:spPr>
          <a:xfrm>
            <a:off x="3104190" y="4321472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RFID</a:t>
            </a:r>
            <a:r>
              <a:rPr lang="ko-KR" altLang="en-US" dirty="0"/>
              <a:t>칩</a:t>
            </a:r>
            <a:r>
              <a:rPr lang="en-US" dirty="0"/>
              <a:t> </a:t>
            </a:r>
            <a:r>
              <a:rPr lang="ko-KR" altLang="en-US" dirty="0"/>
              <a:t>스티커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77ED21-2B55-49B5-8F2F-F3A157664372}"/>
              </a:ext>
            </a:extLst>
          </p:cNvPr>
          <p:cNvSpPr txBox="1"/>
          <p:nvPr/>
        </p:nvSpPr>
        <p:spPr>
          <a:xfrm>
            <a:off x="9201030" y="486546"/>
            <a:ext cx="26015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구성물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en-US" b="1" dirty="0"/>
              <a:t>RESET</a:t>
            </a:r>
            <a:r>
              <a:rPr lang="ko-KR" altLang="en-US" b="1" dirty="0"/>
              <a:t>기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b="1" dirty="0"/>
              <a:t>RFID </a:t>
            </a:r>
            <a:r>
              <a:rPr lang="ko-KR" altLang="en-US" b="1" dirty="0"/>
              <a:t>리더 냉장고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노트북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en-US" b="1" dirty="0"/>
              <a:t>RFID</a:t>
            </a:r>
            <a:r>
              <a:rPr lang="ko-KR" altLang="en-US" b="1" dirty="0"/>
              <a:t>칩</a:t>
            </a:r>
            <a:r>
              <a:rPr lang="en-US" b="1" dirty="0"/>
              <a:t> </a:t>
            </a:r>
            <a:r>
              <a:rPr lang="ko-KR" altLang="en-US" b="1" dirty="0"/>
              <a:t>스티커</a:t>
            </a:r>
            <a:endParaRPr 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9D5236-64FF-4665-846C-DB51F53B5B24}"/>
              </a:ext>
            </a:extLst>
          </p:cNvPr>
          <p:cNvSpPr txBox="1"/>
          <p:nvPr/>
        </p:nvSpPr>
        <p:spPr>
          <a:xfrm>
            <a:off x="3251192" y="5045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B865FE-2595-4E14-AAD2-60BF6E5780FA}"/>
              </a:ext>
            </a:extLst>
          </p:cNvPr>
          <p:cNvSpPr txBox="1"/>
          <p:nvPr/>
        </p:nvSpPr>
        <p:spPr>
          <a:xfrm>
            <a:off x="3937119" y="5045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A65062-A6E3-486E-AEB3-82E7DCE07A47}"/>
              </a:ext>
            </a:extLst>
          </p:cNvPr>
          <p:cNvSpPr txBox="1"/>
          <p:nvPr/>
        </p:nvSpPr>
        <p:spPr>
          <a:xfrm>
            <a:off x="4861640" y="46973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AE9AB3-0427-4BF0-90B4-DFE8B32099EC}"/>
              </a:ext>
            </a:extLst>
          </p:cNvPr>
          <p:cNvSpPr txBox="1"/>
          <p:nvPr/>
        </p:nvSpPr>
        <p:spPr>
          <a:xfrm>
            <a:off x="5266971" y="5045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DBDFED-5B59-4CEB-AC82-C207BE61A4FB}"/>
              </a:ext>
            </a:extLst>
          </p:cNvPr>
          <p:cNvSpPr txBox="1"/>
          <p:nvPr/>
        </p:nvSpPr>
        <p:spPr>
          <a:xfrm>
            <a:off x="5292618" y="57099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5583E8-8A86-41F3-8BFC-D62D991DF2AB}"/>
              </a:ext>
            </a:extLst>
          </p:cNvPr>
          <p:cNvSpPr txBox="1"/>
          <p:nvPr/>
        </p:nvSpPr>
        <p:spPr>
          <a:xfrm>
            <a:off x="4710797" y="57203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B4D532-21D2-42E8-BF25-4479C1B46031}"/>
              </a:ext>
            </a:extLst>
          </p:cNvPr>
          <p:cNvSpPr txBox="1"/>
          <p:nvPr/>
        </p:nvSpPr>
        <p:spPr>
          <a:xfrm>
            <a:off x="3898638" y="55855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4DC1F3-DA44-459A-A0CF-657AF95FEF58}"/>
              </a:ext>
            </a:extLst>
          </p:cNvPr>
          <p:cNvSpPr txBox="1"/>
          <p:nvPr/>
        </p:nvSpPr>
        <p:spPr>
          <a:xfrm>
            <a:off x="3505680" y="53653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AE7C49-8053-4DDE-B44C-F4BC25AC8D0E}"/>
              </a:ext>
            </a:extLst>
          </p:cNvPr>
          <p:cNvSpPr txBox="1"/>
          <p:nvPr/>
        </p:nvSpPr>
        <p:spPr>
          <a:xfrm>
            <a:off x="3254842" y="6079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9CBFD0-0952-47D7-8AAE-A0DEB1BC84B4}"/>
              </a:ext>
            </a:extLst>
          </p:cNvPr>
          <p:cNvSpPr txBox="1"/>
          <p:nvPr/>
        </p:nvSpPr>
        <p:spPr>
          <a:xfrm>
            <a:off x="5234109" y="633674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10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1C15078-B073-4D40-80EC-43842AD76E43}"/>
              </a:ext>
            </a:extLst>
          </p:cNvPr>
          <p:cNvSpPr/>
          <p:nvPr/>
        </p:nvSpPr>
        <p:spPr>
          <a:xfrm>
            <a:off x="3692151" y="4862425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4998DD1-1650-498B-9710-42222EAE232E}"/>
              </a:ext>
            </a:extLst>
          </p:cNvPr>
          <p:cNvSpPr/>
          <p:nvPr/>
        </p:nvSpPr>
        <p:spPr>
          <a:xfrm>
            <a:off x="4372593" y="4852170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268C7A0-23D6-456F-A168-06017F6C7BAA}"/>
              </a:ext>
            </a:extLst>
          </p:cNvPr>
          <p:cNvSpPr/>
          <p:nvPr/>
        </p:nvSpPr>
        <p:spPr>
          <a:xfrm>
            <a:off x="4679722" y="4841022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6F9B852-E1AA-4DB4-A6E7-749DF333C828}"/>
              </a:ext>
            </a:extLst>
          </p:cNvPr>
          <p:cNvSpPr/>
          <p:nvPr/>
        </p:nvSpPr>
        <p:spPr>
          <a:xfrm>
            <a:off x="5511049" y="5185409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9CD0E0E9-39CF-4C55-9640-685EA016B925}"/>
              </a:ext>
            </a:extLst>
          </p:cNvPr>
          <p:cNvSpPr/>
          <p:nvPr/>
        </p:nvSpPr>
        <p:spPr>
          <a:xfrm>
            <a:off x="3656523" y="5820031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85364A6-7F7E-4DE7-BDD0-E2F9087F00EB}"/>
              </a:ext>
            </a:extLst>
          </p:cNvPr>
          <p:cNvSpPr/>
          <p:nvPr/>
        </p:nvSpPr>
        <p:spPr>
          <a:xfrm>
            <a:off x="4314985" y="5523826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62CF3F4-E66D-4580-8C23-01C1295E32F0}"/>
              </a:ext>
            </a:extLst>
          </p:cNvPr>
          <p:cNvSpPr/>
          <p:nvPr/>
        </p:nvSpPr>
        <p:spPr>
          <a:xfrm>
            <a:off x="4979417" y="5482587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039DF28-B18D-4D1B-A1A0-53A4EB1BCE15}"/>
              </a:ext>
            </a:extLst>
          </p:cNvPr>
          <p:cNvSpPr/>
          <p:nvPr/>
        </p:nvSpPr>
        <p:spPr>
          <a:xfrm>
            <a:off x="5603315" y="5837614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00074A3B-456F-444F-8AD8-939440C8D1C0}"/>
              </a:ext>
            </a:extLst>
          </p:cNvPr>
          <p:cNvSpPr/>
          <p:nvPr/>
        </p:nvSpPr>
        <p:spPr>
          <a:xfrm>
            <a:off x="3663166" y="6479041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ABFFC63-53CD-483A-B3F5-8BB2B281B9C9}"/>
              </a:ext>
            </a:extLst>
          </p:cNvPr>
          <p:cNvSpPr/>
          <p:nvPr/>
        </p:nvSpPr>
        <p:spPr>
          <a:xfrm>
            <a:off x="5660922" y="6479040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4B5F5D0-E221-43AE-9E64-44B5BCC3BDE1}"/>
              </a:ext>
            </a:extLst>
          </p:cNvPr>
          <p:cNvSpPr/>
          <p:nvPr/>
        </p:nvSpPr>
        <p:spPr>
          <a:xfrm>
            <a:off x="4074232" y="6381177"/>
            <a:ext cx="115215" cy="1348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A3AEED-F53C-45A3-AB51-8647F3C51AF5}"/>
              </a:ext>
            </a:extLst>
          </p:cNvPr>
          <p:cNvSpPr txBox="1"/>
          <p:nvPr/>
        </p:nvSpPr>
        <p:spPr>
          <a:xfrm>
            <a:off x="4156596" y="6243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:RFID </a:t>
            </a:r>
            <a:r>
              <a:rPr lang="ko-KR" altLang="en-US" dirty="0"/>
              <a:t>칩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444A02-E58F-4E8D-AD2E-F56BCA9C76B9}"/>
              </a:ext>
            </a:extLst>
          </p:cNvPr>
          <p:cNvSpPr txBox="1"/>
          <p:nvPr/>
        </p:nvSpPr>
        <p:spPr>
          <a:xfrm>
            <a:off x="6244168" y="4878760"/>
            <a:ext cx="58128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사용법</a:t>
            </a:r>
            <a:r>
              <a:rPr lang="en-US" altLang="ko-KR" dirty="0"/>
              <a:t>:</a:t>
            </a:r>
          </a:p>
          <a:p>
            <a:r>
              <a:rPr lang="en-US" dirty="0"/>
              <a:t>1. </a:t>
            </a:r>
            <a:r>
              <a:rPr lang="ko-KR" altLang="en-US" dirty="0"/>
              <a:t>원하는 반찬통에 </a:t>
            </a:r>
            <a:r>
              <a:rPr lang="en-US" altLang="ko-KR" dirty="0"/>
              <a:t>RFID</a:t>
            </a:r>
            <a:r>
              <a:rPr lang="ko-KR" altLang="en-US" dirty="0"/>
              <a:t>칩 스티커를 붙인다</a:t>
            </a:r>
            <a:r>
              <a:rPr lang="en-US" altLang="ko-KR" dirty="0"/>
              <a:t>.</a:t>
            </a:r>
          </a:p>
          <a:p>
            <a:r>
              <a:rPr lang="en-US" dirty="0"/>
              <a:t>2. RESET</a:t>
            </a:r>
            <a:r>
              <a:rPr lang="ko-KR" altLang="en-US" dirty="0"/>
              <a:t>에 원하는 기한을 입력하고 스티커를 스캔한다</a:t>
            </a:r>
            <a:r>
              <a:rPr lang="en-US" altLang="ko-KR" dirty="0"/>
              <a:t>.</a:t>
            </a:r>
          </a:p>
          <a:p>
            <a:r>
              <a:rPr lang="en-US" dirty="0"/>
              <a:t>3. </a:t>
            </a:r>
            <a:r>
              <a:rPr lang="ko-KR" altLang="en-US" dirty="0"/>
              <a:t>냉장고에 반찬통을 넣는다</a:t>
            </a:r>
            <a:r>
              <a:rPr lang="en-US" altLang="ko-KR" dirty="0"/>
              <a:t>.</a:t>
            </a:r>
          </a:p>
          <a:p>
            <a:r>
              <a:rPr lang="en-US" dirty="0"/>
              <a:t>4. </a:t>
            </a:r>
            <a:r>
              <a:rPr lang="ko-KR" altLang="en-US" dirty="0"/>
              <a:t>반찬통이 기한보다 오래 있었다면 버리라고 알려준다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22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70F2E54-9C48-4C06-8F36-17C9AF1F7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47" y="756827"/>
            <a:ext cx="1720668" cy="121518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271170-B1A9-4E4B-8C0E-E2506C8A59D8}"/>
              </a:ext>
            </a:extLst>
          </p:cNvPr>
          <p:cNvSpPr/>
          <p:nvPr/>
        </p:nvSpPr>
        <p:spPr>
          <a:xfrm>
            <a:off x="3822772" y="550732"/>
            <a:ext cx="3213720" cy="4261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BA41B9-0606-4BCB-98AB-2392F60E6071}"/>
              </a:ext>
            </a:extLst>
          </p:cNvPr>
          <p:cNvSpPr/>
          <p:nvPr/>
        </p:nvSpPr>
        <p:spPr>
          <a:xfrm>
            <a:off x="3970126" y="794188"/>
            <a:ext cx="2883927" cy="668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9ECDA7-1A34-4AE1-9EBC-4D0E2C4C24BC}"/>
              </a:ext>
            </a:extLst>
          </p:cNvPr>
          <p:cNvSpPr/>
          <p:nvPr/>
        </p:nvSpPr>
        <p:spPr>
          <a:xfrm>
            <a:off x="4150863" y="2312494"/>
            <a:ext cx="2557536" cy="2210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7F2526-0CBA-485A-8D2E-7A22D9C059A3}"/>
              </a:ext>
            </a:extLst>
          </p:cNvPr>
          <p:cNvSpPr txBox="1"/>
          <p:nvPr/>
        </p:nvSpPr>
        <p:spPr>
          <a:xfrm>
            <a:off x="5990980" y="930617"/>
            <a:ext cx="665849" cy="4338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7</a:t>
            </a:r>
            <a:r>
              <a:rPr lang="ko-KR" altLang="en-US" sz="3200" dirty="0"/>
              <a:t>일</a:t>
            </a:r>
            <a:endParaRPr lang="en-US" sz="32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EE9B1A0-1F30-47DD-A247-247D7491FD80}"/>
              </a:ext>
            </a:extLst>
          </p:cNvPr>
          <p:cNvSpPr/>
          <p:nvPr/>
        </p:nvSpPr>
        <p:spPr>
          <a:xfrm>
            <a:off x="6953306" y="732267"/>
            <a:ext cx="216720" cy="7923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0D624C3-FDC2-43AB-A945-98D0B5C641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51"/>
          <a:stretch/>
        </p:blipFill>
        <p:spPr>
          <a:xfrm>
            <a:off x="7945888" y="385711"/>
            <a:ext cx="1922012" cy="1586298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78B70B7-D827-48D1-9373-9992E4E1662E}"/>
              </a:ext>
            </a:extLst>
          </p:cNvPr>
          <p:cNvCxnSpPr>
            <a:stCxn id="14" idx="1"/>
            <a:endCxn id="10" idx="3"/>
          </p:cNvCxnSpPr>
          <p:nvPr/>
        </p:nvCxnSpPr>
        <p:spPr>
          <a:xfrm flipH="1">
            <a:off x="3036115" y="1128460"/>
            <a:ext cx="934011" cy="23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44F533E-4C5C-40E3-AAD4-144B77798B46}"/>
              </a:ext>
            </a:extLst>
          </p:cNvPr>
          <p:cNvCxnSpPr>
            <a:stCxn id="18" idx="6"/>
            <a:endCxn id="19" idx="1"/>
          </p:cNvCxnSpPr>
          <p:nvPr/>
        </p:nvCxnSpPr>
        <p:spPr>
          <a:xfrm>
            <a:off x="7170026" y="1128459"/>
            <a:ext cx="775862" cy="50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A5CDAB4-4438-4194-9857-8C95231C0BC9}"/>
              </a:ext>
            </a:extLst>
          </p:cNvPr>
          <p:cNvSpPr/>
          <p:nvPr/>
        </p:nvSpPr>
        <p:spPr>
          <a:xfrm>
            <a:off x="4026261" y="1699907"/>
            <a:ext cx="645550" cy="4845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B0430CF-5833-42E1-B2C3-EC0AA4412741}"/>
              </a:ext>
            </a:extLst>
          </p:cNvPr>
          <p:cNvSpPr/>
          <p:nvPr/>
        </p:nvSpPr>
        <p:spPr>
          <a:xfrm>
            <a:off x="4766539" y="1706188"/>
            <a:ext cx="645550" cy="4845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CCA08CA-AB26-4385-B778-77CB918B7894}"/>
              </a:ext>
            </a:extLst>
          </p:cNvPr>
          <p:cNvSpPr/>
          <p:nvPr/>
        </p:nvSpPr>
        <p:spPr>
          <a:xfrm>
            <a:off x="5506817" y="1699907"/>
            <a:ext cx="645550" cy="4845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OK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BCF010D-BAB3-498A-A1D1-C5ECAF047CCF}"/>
              </a:ext>
            </a:extLst>
          </p:cNvPr>
          <p:cNvSpPr/>
          <p:nvPr/>
        </p:nvSpPr>
        <p:spPr>
          <a:xfrm>
            <a:off x="6247095" y="1699907"/>
            <a:ext cx="645550" cy="4845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MODE</a:t>
            </a: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0D8B4145-B273-4DBF-852D-21210DD65012}"/>
              </a:ext>
            </a:extLst>
          </p:cNvPr>
          <p:cNvSpPr/>
          <p:nvPr/>
        </p:nvSpPr>
        <p:spPr>
          <a:xfrm>
            <a:off x="4190306" y="1835153"/>
            <a:ext cx="317459" cy="22610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0A530CF2-D1C6-4CC5-9833-2C09C60CF589}"/>
              </a:ext>
            </a:extLst>
          </p:cNvPr>
          <p:cNvSpPr/>
          <p:nvPr/>
        </p:nvSpPr>
        <p:spPr>
          <a:xfrm rot="10800000">
            <a:off x="4930584" y="1858955"/>
            <a:ext cx="317459" cy="226109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0616180-FE70-4127-A581-451DA9396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98" y="2588849"/>
            <a:ext cx="2383678" cy="2027658"/>
          </a:xfrm>
          <a:prstGeom prst="rect">
            <a:avLst/>
          </a:prstGeom>
        </p:spPr>
      </p:pic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BEFAF39-1520-4761-8F5D-182BEEA023C9}"/>
              </a:ext>
            </a:extLst>
          </p:cNvPr>
          <p:cNvCxnSpPr>
            <a:stCxn id="15" idx="1"/>
            <a:endCxn id="30" idx="3"/>
          </p:cNvCxnSpPr>
          <p:nvPr/>
        </p:nvCxnSpPr>
        <p:spPr>
          <a:xfrm flipH="1">
            <a:off x="2913376" y="3417914"/>
            <a:ext cx="1237487" cy="18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CCFBC7E-93D0-4EB5-AA0B-995641AC9BFA}"/>
              </a:ext>
            </a:extLst>
          </p:cNvPr>
          <p:cNvSpPr txBox="1"/>
          <p:nvPr/>
        </p:nvSpPr>
        <p:spPr>
          <a:xfrm>
            <a:off x="9000" y="-46666"/>
            <a:ext cx="1917623" cy="6164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RESET</a:t>
            </a:r>
            <a:r>
              <a:rPr lang="ko-KR" altLang="en-US" sz="4800" dirty="0"/>
              <a:t>기</a:t>
            </a:r>
            <a:endParaRPr lang="en-US" sz="48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535456B-999E-4B52-87B8-0DD87E4D4E34}"/>
              </a:ext>
            </a:extLst>
          </p:cNvPr>
          <p:cNvCxnSpPr>
            <a:stCxn id="27" idx="3"/>
          </p:cNvCxnSpPr>
          <p:nvPr/>
        </p:nvCxnSpPr>
        <p:spPr>
          <a:xfrm>
            <a:off x="6892645" y="1942206"/>
            <a:ext cx="665311" cy="142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F3F475E-5FCA-403B-A212-60098050624F}"/>
              </a:ext>
            </a:extLst>
          </p:cNvPr>
          <p:cNvSpPr txBox="1"/>
          <p:nvPr/>
        </p:nvSpPr>
        <p:spPr>
          <a:xfrm>
            <a:off x="7557957" y="2013634"/>
            <a:ext cx="4769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일수를 정할 수 있는 모드 </a:t>
            </a:r>
            <a:r>
              <a:rPr lang="en-US" altLang="ko-KR" dirty="0"/>
              <a:t>e.g. 4</a:t>
            </a:r>
            <a:r>
              <a:rPr lang="ko-KR" altLang="en-US" dirty="0"/>
              <a:t>일</a:t>
            </a: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일자를 정할 수 있는 모드 </a:t>
            </a:r>
            <a:r>
              <a:rPr lang="en-US" altLang="ko-KR" dirty="0"/>
              <a:t>e.g. 2024.04.01</a:t>
            </a:r>
            <a:endParaRPr lang="en-US" dirty="0"/>
          </a:p>
        </p:txBody>
      </p:sp>
      <p:sp>
        <p:nvSpPr>
          <p:cNvPr id="43" name="왼쪽 중괄호 42">
            <a:extLst>
              <a:ext uri="{FF2B5EF4-FFF2-40B4-BE49-F238E27FC236}">
                <a16:creationId xmlns:a16="http://schemas.microsoft.com/office/drawing/2014/main" id="{22C9FB15-DE04-4059-B918-30A56F2D1314}"/>
              </a:ext>
            </a:extLst>
          </p:cNvPr>
          <p:cNvSpPr/>
          <p:nvPr/>
        </p:nvSpPr>
        <p:spPr>
          <a:xfrm rot="16200000">
            <a:off x="5349547" y="819622"/>
            <a:ext cx="237355" cy="288392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9A4349A-AD3A-4175-B206-998EB06CADA6}"/>
              </a:ext>
            </a:extLst>
          </p:cNvPr>
          <p:cNvCxnSpPr>
            <a:cxnSpLocks/>
            <a:stCxn id="43" idx="1"/>
            <a:endCxn id="55" idx="1"/>
          </p:cNvCxnSpPr>
          <p:nvPr/>
        </p:nvCxnSpPr>
        <p:spPr>
          <a:xfrm>
            <a:off x="5468225" y="2380263"/>
            <a:ext cx="2563571" cy="2800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B41BFDA-29DB-4AF9-9085-A4D4238D9975}"/>
              </a:ext>
            </a:extLst>
          </p:cNvPr>
          <p:cNvSpPr txBox="1"/>
          <p:nvPr/>
        </p:nvSpPr>
        <p:spPr>
          <a:xfrm>
            <a:off x="7857044" y="6122928"/>
            <a:ext cx="417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위의 모양 버튼은 </a:t>
            </a:r>
            <a:r>
              <a:rPr lang="en-US" altLang="ko-KR" dirty="0"/>
              <a:t>3D</a:t>
            </a:r>
            <a:r>
              <a:rPr lang="ko-KR" altLang="en-US" dirty="0"/>
              <a:t>프린터로 뽑으면 됨</a:t>
            </a:r>
            <a:endParaRPr lang="en-US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65F58274-3D55-4C3B-B7BA-2EC4C0A68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831" y="4474776"/>
            <a:ext cx="3631971" cy="224138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773543F3-C33B-40BD-9E22-AE03444B5F6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047" r="22263"/>
          <a:stretch/>
        </p:blipFill>
        <p:spPr>
          <a:xfrm>
            <a:off x="8031796" y="4330811"/>
            <a:ext cx="1645927" cy="1700493"/>
          </a:xfrm>
          <a:prstGeom prst="rect">
            <a:avLst/>
          </a:prstGeom>
        </p:spPr>
      </p:pic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3E64184-95FE-40D5-95F6-3A7228EC1715}"/>
              </a:ext>
            </a:extLst>
          </p:cNvPr>
          <p:cNvCxnSpPr>
            <a:cxnSpLocks/>
          </p:cNvCxnSpPr>
          <p:nvPr/>
        </p:nvCxnSpPr>
        <p:spPr>
          <a:xfrm flipH="1">
            <a:off x="2749805" y="4140200"/>
            <a:ext cx="1072967" cy="1100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12CD34B-B858-4FE1-B6F5-5C629B1ABE69}"/>
              </a:ext>
            </a:extLst>
          </p:cNvPr>
          <p:cNvSpPr txBox="1"/>
          <p:nvPr/>
        </p:nvSpPr>
        <p:spPr>
          <a:xfrm>
            <a:off x="67963" y="5303171"/>
            <a:ext cx="362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곽은 시간 없으니 레이저 프린터로</a:t>
            </a:r>
            <a:endParaRPr lang="en-US" dirty="0"/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1522B12A-52ED-4379-A192-96F5756857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5092" y="2705993"/>
            <a:ext cx="1909877" cy="1583350"/>
          </a:xfrm>
          <a:prstGeom prst="rect">
            <a:avLst/>
          </a:prstGeom>
        </p:spPr>
      </p:pic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0AF4BCA6-B050-4BFB-AE2E-1419823CC703}"/>
              </a:ext>
            </a:extLst>
          </p:cNvPr>
          <p:cNvCxnSpPr>
            <a:cxnSpLocks/>
            <a:stCxn id="11" idx="3"/>
            <a:endCxn id="60" idx="1"/>
          </p:cNvCxnSpPr>
          <p:nvPr/>
        </p:nvCxnSpPr>
        <p:spPr>
          <a:xfrm>
            <a:off x="7036492" y="2681492"/>
            <a:ext cx="1098600" cy="816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2EEEF57-0ADC-4252-9359-3635928C6C3C}"/>
              </a:ext>
            </a:extLst>
          </p:cNvPr>
          <p:cNvSpPr txBox="1"/>
          <p:nvPr/>
        </p:nvSpPr>
        <p:spPr>
          <a:xfrm>
            <a:off x="9867900" y="3067682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마이크로프로세서는</a:t>
            </a:r>
            <a:endParaRPr lang="en-US" altLang="ko-KR" dirty="0"/>
          </a:p>
          <a:p>
            <a:r>
              <a:rPr lang="en-US" dirty="0"/>
              <a:t>Arduino UNO</a:t>
            </a:r>
          </a:p>
        </p:txBody>
      </p:sp>
    </p:spTree>
    <p:extLst>
      <p:ext uri="{BB962C8B-B14F-4D97-AF65-F5344CB8AC3E}">
        <p14:creationId xmlns:p14="http://schemas.microsoft.com/office/powerpoint/2010/main" val="1273515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119</Words>
  <Application>Microsoft Office PowerPoint</Application>
  <PresentationFormat>와이드스크린</PresentationFormat>
  <Paragraphs>37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Windows User</cp:lastModifiedBy>
  <cp:revision>7</cp:revision>
  <dcterms:created xsi:type="dcterms:W3CDTF">2024-07-07T11:36:36Z</dcterms:created>
  <dcterms:modified xsi:type="dcterms:W3CDTF">2024-07-08T00:07:43Z</dcterms:modified>
</cp:coreProperties>
</file>