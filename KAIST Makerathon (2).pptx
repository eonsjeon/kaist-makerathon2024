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6306F-F8BD-4335-BEAC-5E9BA826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85124D-834F-4029-80AE-955F7AE49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CA3B89-E4E5-4375-8962-DEE030AA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953C3-82EA-4AFC-A117-654F707D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1AE265-8A66-4299-8105-D092B76B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6585-9CAF-4229-9BB6-96DC9E40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93A1A8-1F4B-4F60-9F3E-A94C6942F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0BAC0A-051C-45FB-A181-2967E456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743143-7BDF-4052-BCA1-A2CFC6B8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E23D0-81A8-481B-9F3F-4E9AC12C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9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DFF9A-4BB4-4C6E-AC44-1F214D66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2DDD4F-EB77-4355-BAE9-4A05516D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09B33-C1C3-4E62-A22E-D76AB40A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9B5D3-B66E-4425-AEE6-FB234E9B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A51F8-A993-4243-A216-AA77125A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1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EC428-1CBF-4EBC-B47B-05C88021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8BCDA-7BD2-4ADD-B030-D57EBB331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88C067-C8D8-47A9-81C8-82100ABCF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338448-1B1A-409F-966C-18684F87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EF315C-1B00-4810-AF0F-FD3A75E5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B9963-2E04-499D-A29C-D053B671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8EA5D-266A-43B3-B674-7255A212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59C06C-9B35-4B1A-B664-59C1EB2E7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06ADC5-7834-404E-95B8-E453C065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50808D-DEB2-4191-9DE0-469A35734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1AEFCA-237A-4EDD-818D-FD2FC9169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0DF08C-7CAD-49EF-B786-FC6F978F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3CD165-9289-4852-BB50-5CE12D44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870D49-7D66-4208-82CA-4DB846E8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B74EC-4E74-47E0-A4FB-09F21859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15D37A-4BBC-4ADD-9959-5F648F60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47148A-1B2A-43CA-A678-C392B662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95F36E-40F5-4DC3-9E87-19D44737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3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995719-606D-460A-9FEF-9C9AFB6D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40439A-B63B-4AAB-836A-9D60C779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ECA3B-F3DC-407E-B7F7-91F0378B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3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8C7F1-6987-4514-A2D5-A3CA6021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91026-CB3A-4563-9519-9205D4EA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81F452-E204-45E3-A442-6762939ED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76E7F6-3C7F-4A2D-AB8C-BEAE165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B68D1F-3771-4E5E-ACB9-15C9DD94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F5D916-2500-43FD-9122-F6C84F65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4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B901A-3D3A-481A-B2DF-6B810172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550D6A-CB21-4943-9216-8F6E1715E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2EF979-BE79-450E-9093-29A1ED5DF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675CA0-17FC-474A-AFC3-60119673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3BD49F-32B3-4FF6-853B-29794C75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AE462-93C0-4DD0-876D-37452A23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3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43C79-12F0-45E0-A0E3-E0128D39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8CA8B-1FF7-44E0-A1DC-456690732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D1C3D-D65F-4F1C-AA57-E1341E81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FFF35-AD70-4D70-8BAE-7DA61961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006D5-DAF2-42FC-A475-14B8879D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6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7088AD-4DA8-4EC3-89CF-5BCD9A907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4CDDC-934F-4E40-9D2F-45B5E2EB3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AE6359-23FD-4AE9-A944-3AE9040E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5645C-272C-48AA-9364-63962C77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7BDF5-016A-430C-A745-EDB06292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2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C6B889-4243-45F9-8155-025879E1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FF1394-E19A-4396-BAFF-C98745B5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2C4C3-F628-48A2-AC07-E3AB95B2A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8DB33-F783-4AF5-8893-795F5B30D2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CE1C6C-BBB4-46AF-84A8-3E8EB79C7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10F6B-74CD-4525-9FCF-C98D37337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630E3-3402-4581-8234-BE75F571D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8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94B97674-DCF6-40DC-9FD1-DECA40204F00}"/>
              </a:ext>
            </a:extLst>
          </p:cNvPr>
          <p:cNvSpPr/>
          <p:nvPr/>
        </p:nvSpPr>
        <p:spPr>
          <a:xfrm>
            <a:off x="414866" y="482599"/>
            <a:ext cx="1728000" cy="172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27865C6-A036-46C9-AB91-6787E04EAF5D}"/>
              </a:ext>
            </a:extLst>
          </p:cNvPr>
          <p:cNvSpPr/>
          <p:nvPr/>
        </p:nvSpPr>
        <p:spPr>
          <a:xfrm>
            <a:off x="738866" y="806599"/>
            <a:ext cx="1080000" cy="10800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3FB4912-C0AE-4C58-89C2-8131B064FEF9}"/>
              </a:ext>
            </a:extLst>
          </p:cNvPr>
          <p:cNvSpPr/>
          <p:nvPr/>
        </p:nvSpPr>
        <p:spPr>
          <a:xfrm>
            <a:off x="4518866" y="478315"/>
            <a:ext cx="1728000" cy="172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C08283-FF7C-42A9-BFBE-433B06D188E5}"/>
              </a:ext>
            </a:extLst>
          </p:cNvPr>
          <p:cNvSpPr/>
          <p:nvPr/>
        </p:nvSpPr>
        <p:spPr>
          <a:xfrm>
            <a:off x="4842866" y="802315"/>
            <a:ext cx="1080000" cy="10800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B01C514-187F-40BA-84D0-65683A3742D3}"/>
              </a:ext>
            </a:extLst>
          </p:cNvPr>
          <p:cNvSpPr/>
          <p:nvPr/>
        </p:nvSpPr>
        <p:spPr>
          <a:xfrm>
            <a:off x="2466866" y="478315"/>
            <a:ext cx="1728000" cy="172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F8358D9-EACB-4025-AE1F-B1B08B55A126}"/>
              </a:ext>
            </a:extLst>
          </p:cNvPr>
          <p:cNvSpPr/>
          <p:nvPr/>
        </p:nvSpPr>
        <p:spPr>
          <a:xfrm>
            <a:off x="2790866" y="802315"/>
            <a:ext cx="1080000" cy="10800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74D4ED8-59EB-49DD-8A59-1978D87C3B64}"/>
              </a:ext>
            </a:extLst>
          </p:cNvPr>
          <p:cNvSpPr/>
          <p:nvPr/>
        </p:nvSpPr>
        <p:spPr>
          <a:xfrm>
            <a:off x="414866" y="2478219"/>
            <a:ext cx="1728000" cy="172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2902D94-D975-4AB1-AA20-2417845B0901}"/>
              </a:ext>
            </a:extLst>
          </p:cNvPr>
          <p:cNvSpPr/>
          <p:nvPr/>
        </p:nvSpPr>
        <p:spPr>
          <a:xfrm>
            <a:off x="738866" y="2802219"/>
            <a:ext cx="1080000" cy="1080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A24EE6B-933E-4363-8006-1F85CA02C859}"/>
              </a:ext>
            </a:extLst>
          </p:cNvPr>
          <p:cNvSpPr/>
          <p:nvPr/>
        </p:nvSpPr>
        <p:spPr>
          <a:xfrm>
            <a:off x="4518866" y="2473935"/>
            <a:ext cx="1728000" cy="172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2E4AD0B-F951-481F-8A0D-C3891F1C16E6}"/>
              </a:ext>
            </a:extLst>
          </p:cNvPr>
          <p:cNvSpPr/>
          <p:nvPr/>
        </p:nvSpPr>
        <p:spPr>
          <a:xfrm>
            <a:off x="2466866" y="2473935"/>
            <a:ext cx="1728000" cy="172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7DB8F38-74A9-4F8C-8C71-398CD8416ABE}"/>
              </a:ext>
            </a:extLst>
          </p:cNvPr>
          <p:cNvSpPr/>
          <p:nvPr/>
        </p:nvSpPr>
        <p:spPr>
          <a:xfrm>
            <a:off x="414866" y="4521284"/>
            <a:ext cx="1728000" cy="1728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7547447-1BEC-45B7-A39C-84DE91212A51}"/>
              </a:ext>
            </a:extLst>
          </p:cNvPr>
          <p:cNvSpPr/>
          <p:nvPr/>
        </p:nvSpPr>
        <p:spPr>
          <a:xfrm>
            <a:off x="738866" y="4845284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F6DC9D8-CB2E-4952-AB73-4730105E8965}"/>
              </a:ext>
            </a:extLst>
          </p:cNvPr>
          <p:cNvSpPr/>
          <p:nvPr/>
        </p:nvSpPr>
        <p:spPr>
          <a:xfrm>
            <a:off x="4518866" y="4517000"/>
            <a:ext cx="1728000" cy="1728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8521604-5F36-4A75-A59B-4972CA16FC83}"/>
              </a:ext>
            </a:extLst>
          </p:cNvPr>
          <p:cNvSpPr/>
          <p:nvPr/>
        </p:nvSpPr>
        <p:spPr>
          <a:xfrm>
            <a:off x="2466866" y="4517000"/>
            <a:ext cx="1728000" cy="172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63A61A-5754-4A60-B427-90489815A62F}"/>
              </a:ext>
            </a:extLst>
          </p:cNvPr>
          <p:cNvSpPr/>
          <p:nvPr/>
        </p:nvSpPr>
        <p:spPr>
          <a:xfrm>
            <a:off x="2790866" y="2797935"/>
            <a:ext cx="1080000" cy="1080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DF37AB8-CD58-4D8D-9FE6-E20D46AC1A13}"/>
              </a:ext>
            </a:extLst>
          </p:cNvPr>
          <p:cNvSpPr/>
          <p:nvPr/>
        </p:nvSpPr>
        <p:spPr>
          <a:xfrm>
            <a:off x="4842866" y="2797935"/>
            <a:ext cx="1080000" cy="1080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EF74E-A00F-4513-97C0-C487103142C1}"/>
              </a:ext>
            </a:extLst>
          </p:cNvPr>
          <p:cNvGrpSpPr/>
          <p:nvPr/>
        </p:nvGrpSpPr>
        <p:grpSpPr>
          <a:xfrm rot="5400000">
            <a:off x="5486099" y="2562858"/>
            <a:ext cx="5832000" cy="1732284"/>
            <a:chOff x="4757966" y="2849793"/>
            <a:chExt cx="5832000" cy="1732284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8C15B50-16DC-4AF3-9A16-4D304F565E39}"/>
                </a:ext>
              </a:extLst>
            </p:cNvPr>
            <p:cNvSpPr/>
            <p:nvPr/>
          </p:nvSpPr>
          <p:spPr>
            <a:xfrm>
              <a:off x="4757966" y="2854077"/>
              <a:ext cx="1728000" cy="172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46A5618-5E52-4C37-B588-1839ECD438CA}"/>
                </a:ext>
              </a:extLst>
            </p:cNvPr>
            <p:cNvSpPr/>
            <p:nvPr/>
          </p:nvSpPr>
          <p:spPr>
            <a:xfrm>
              <a:off x="5081966" y="3178077"/>
              <a:ext cx="1080000" cy="108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CEA20B2-D403-48E0-8182-7E91EFCA9EB5}"/>
                </a:ext>
              </a:extLst>
            </p:cNvPr>
            <p:cNvSpPr/>
            <p:nvPr/>
          </p:nvSpPr>
          <p:spPr>
            <a:xfrm>
              <a:off x="8861966" y="2849793"/>
              <a:ext cx="1728000" cy="172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BA98B13-9984-47DB-A06E-B8C7ACC1BA49}"/>
                </a:ext>
              </a:extLst>
            </p:cNvPr>
            <p:cNvSpPr/>
            <p:nvPr/>
          </p:nvSpPr>
          <p:spPr>
            <a:xfrm>
              <a:off x="6809966" y="2849793"/>
              <a:ext cx="1728000" cy="172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484A197-2513-4470-8AE8-94AF75AADE13}"/>
                </a:ext>
              </a:extLst>
            </p:cNvPr>
            <p:cNvSpPr/>
            <p:nvPr/>
          </p:nvSpPr>
          <p:spPr>
            <a:xfrm>
              <a:off x="7133966" y="3173793"/>
              <a:ext cx="1080000" cy="108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61EB610-CEFD-4858-9766-A2345700945F}"/>
                </a:ext>
              </a:extLst>
            </p:cNvPr>
            <p:cNvSpPr/>
            <p:nvPr/>
          </p:nvSpPr>
          <p:spPr>
            <a:xfrm>
              <a:off x="9185134" y="3173793"/>
              <a:ext cx="1080000" cy="1080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541C8F47-DBA9-437B-A22F-EFEF2701D062}"/>
              </a:ext>
            </a:extLst>
          </p:cNvPr>
          <p:cNvSpPr/>
          <p:nvPr/>
        </p:nvSpPr>
        <p:spPr>
          <a:xfrm>
            <a:off x="2790866" y="4841000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42ECDD6-CD22-45DF-8458-4210A832E094}"/>
              </a:ext>
            </a:extLst>
          </p:cNvPr>
          <p:cNvSpPr/>
          <p:nvPr/>
        </p:nvSpPr>
        <p:spPr>
          <a:xfrm>
            <a:off x="4842866" y="4841000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61BFB9-7FBD-422D-BE9B-216F7CEDF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230" y="-313267"/>
            <a:ext cx="3801534" cy="380153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902EE8D-AE58-4F37-A1E5-D9A7EE84C1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9681" y="4517000"/>
            <a:ext cx="1619048" cy="14952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2A59A1-3384-4AA8-A4EC-6EB10B99E6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5425" y="2312047"/>
            <a:ext cx="4752381" cy="3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1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Windows User</cp:lastModifiedBy>
  <cp:revision>4</cp:revision>
  <dcterms:created xsi:type="dcterms:W3CDTF">2024-07-11T08:17:20Z</dcterms:created>
  <dcterms:modified xsi:type="dcterms:W3CDTF">2024-07-11T09:35:00Z</dcterms:modified>
</cp:coreProperties>
</file>